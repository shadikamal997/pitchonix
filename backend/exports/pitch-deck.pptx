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and introduction. Start with a strong opening statement about Pitchonix. Briefly mention: what you do. Keep it under 30 seconds. Audience: investors.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Describe the problem clearly and paint a vivid picture of the pain point. Emphasize the market gap and why this matters to investors. Reference: Creating compelling presentations takes 10-20 hours per deck. Teams struggle with design, structure,...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 the solution clearly and emphasize the unique value proposition. Focus on benefits over features. Highlight what makes you different: 10x faster, AI-powered, professional quality guaranteed. Be ready to demo if appropriate.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the market size and growth potential. Explain TAM/SAM/SOM clearly. Connect market trends to your solution. Reference industry: SaaS / Technology. Show confidence in addressable market opportunity.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business model clearly and demonstrate unit economics. Walk through pricing tiers if applicable. Show path to profitability. Emphasize scalability and margins.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Highlight key metrics and show momentum. Emphasize growth trajectory. Reference specific numbers and milestones. Show product-market fit validation.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key team members and highlight relevant experience. Emphasize why this team is uniquely positioned to execute. Mention advisors and notable backgrounds.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Clear call to action: investment ask. Reiterate key investment thesis. Be specific about amount and use of funds. End with confidence and open for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Acknowledge competition but emphasize your unique value. Show awareness of landscape. Highlight defensible advantages: 10x faster, AI-powered, professional quality guaranteed.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clear execution plan and vision for the future. Demonstrate thoughtful planning. Connect roadmap to market opportunities and customer needs.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00225"/>
            <a:ext cx="7315200" cy="7715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Pitchonix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914400" y="26746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Building the future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7175"/>
            <a:ext cx="8229600" cy="5143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Problem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challenge are we addressing?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285875"/>
            <a:ext cx="7680960" cy="33432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Creating compelling presentations takes 10-20 hours per deck. Teams struggle with design, structure, and content quality.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Creating compelling presentations takes 10-20 hours per deck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Teams struggle with design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and content quality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7175"/>
            <a:ext cx="8229600" cy="5143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Solution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we solve it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285875"/>
            <a:ext cx="7680960" cy="33432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AI-powered platform that generates investor-ready presentations in minutes.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AI-powered platform that generates investor-ready presentations in minutes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Efficiency gains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Cost reduction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Better outcomes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7175"/>
            <a:ext cx="8229600" cy="5143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 Opportunity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TAM • SAM • SOM</a:t>
            </a:r>
            <a:endParaRPr lang="en-US" sz="2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285875"/>
            <a:ext cx="7315200" cy="30861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7175"/>
            <a:ext cx="8229600" cy="5143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Model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1028700"/>
            <a:ext cx="3840480" cy="3600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SaaS subscription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7175"/>
            <a:ext cx="8229600" cy="5143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Traction &amp; Metrics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progress so far</a:t>
            </a:r>
            <a:endParaRPr lang="en-US" sz="2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285875"/>
            <a:ext cx="7315200" cy="30861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7175"/>
            <a:ext cx="8229600" cy="5143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Team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Who we are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285875"/>
            <a:ext cx="7680960" cy="33432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Jane Smith (CEO), John Doe (CTO), Sarah Johnson (CPO)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7175"/>
            <a:ext cx="8229600" cy="5143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Ask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1028700"/>
            <a:ext cx="8229600" cy="3600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$2M Seed Round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7175"/>
            <a:ext cx="8229600" cy="5143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Competitive Landscape</a:t>
            </a:r>
            <a:endParaRPr lang="en-US" sz="4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28700"/>
            <a:ext cx="822960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7175"/>
            <a:ext cx="8229600" cy="5143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Roadmap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1028700"/>
            <a:ext cx="8229600" cy="3600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Q1: AI Enhancement, Q2: Collaboration, Q3: Analytics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Pitchonix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Pitchonix Pitch Deck</dc:title>
  <dc:subject>Generated Presentation</dc:subject>
  <dc:creator>Pitchonix</dc:creator>
  <cp:lastModifiedBy>Pitchonix</cp:lastModifiedBy>
  <cp:revision>1</cp:revision>
  <dcterms:created xsi:type="dcterms:W3CDTF">2026-05-05T06:33:17Z</dcterms:created>
  <dcterms:modified xsi:type="dcterms:W3CDTF">2026-05-05T06:33:17Z</dcterms:modified>
</cp:coreProperties>
</file>